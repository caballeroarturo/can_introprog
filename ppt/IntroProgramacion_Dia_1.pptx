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8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1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BC4E9-EADF-E261-6531-5861E9F5A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5F7251-5CE8-3D5F-66F6-661950082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A5D830-E12C-FCF0-5E13-96E79F85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26/05/2026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1F6D8F-C714-1CE7-CEA7-1CD4A18E8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778F7A-8261-F3E2-E87A-E0C6710A3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436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AB416-FFE9-1C49-382E-38E98F33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4BC3C9-B2BA-CADE-B2F3-6FB92E8E9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C9B8EB-FFF6-4D6E-6585-911DF3AB0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26/05/2026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7B37CA-1851-9830-F385-4A6F74B7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BA39CB-7D63-F03C-10CC-92DC0D8A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416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19959-C3AB-0FC2-0D1D-9D6C4231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CE47F-007A-551A-FBBC-F4BEF5681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C6D1B5-40AD-3E94-6F42-A77E63842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26/05/2026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F638AC-EFCD-B4C7-7A78-F6CC7F25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2A238-262A-5143-E2BB-02FCE035D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080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9E931-BA12-D67F-9CBC-5CC3DC2B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0E4934-372E-5B2A-10EB-60DEF83FE1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3632EA-337E-2F75-A3E5-28812CF5D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5203DF-8DB0-1406-44EC-82D855967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26/05/2026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DB3740-84AB-AE4B-1FA1-AE7CE4506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A636D9-D8C0-A1C2-6B6E-8E5CD059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8099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5D19E-394C-9DC0-DA04-09E070E9D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7302EE-5DFE-6F9C-A2DA-BC44B3221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94B0D3-72E8-ECFF-05EC-C35677CB4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5A1CEC-3721-E296-31AC-79751F3BC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FADD46-3D25-255E-68A6-5485CD0A0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82A6AEB-07D4-CBBE-B417-4929D8EF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26/05/2026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8A80FC2-A39A-2147-691A-9E73526E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E72CAD-8D17-F142-6A4D-9B7D4070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2534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34800-105D-A790-6501-1A40EAA6E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34F1EE8-0445-308C-D4D6-40836933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26/05/2026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A020EE-CF71-3E79-EEA2-CDC2F398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CF95505-2572-68E5-D45E-448006FA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294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4D47483-B6E6-44B2-E1F8-82F2C785F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26/05/2026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F327BE-60FE-45B7-1C14-2463022C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477AF9-0A65-D4AC-94AE-C2C594A8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473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52220-8C2B-48EE-351F-864AB3AC3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8ADE15-3445-4E5E-3E40-84316FFB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22C9A8-91D9-198A-51B8-E88E034CA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3ACD6F-5487-6805-4E38-8444B7D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26/05/2026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7A2ED9-7ADB-9D99-2547-2F093CB4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82F5C8-9386-D3F9-EA51-E41B6F2C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3300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53912-9EA4-8EB0-54DE-A26AA19A4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9044C8F-79C8-C865-C4DB-54718F15E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57658E1-4786-6435-17FF-231017CD0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77FCA3-44A6-703D-F0AE-20C16999A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26/05/2026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EE280D-D0F3-2426-4BCA-DBE68599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D73FA0-9933-8DDD-5C3E-3C30FBF1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33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808E7-117E-925F-BAE5-837CDA8F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7906B0-AA45-D7CD-10E8-6FF408F36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47FD88-94FD-B409-2462-D296F2C44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26/05/2026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6FAFA5-65FB-26A4-E6F2-36C2068DC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07D39A-0522-E71F-11C6-7151FA5CD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250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299C4D-B8A2-3613-6709-11B8F9DE8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EAC993-0639-D2D3-B7CB-92DCF07D3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7432A2-3212-5E09-DD78-872E85B3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26/05/2026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C115D9-C470-4C64-DF97-EE401006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37A466-47ED-4E50-19D7-50C059DB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550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97C13BF-93FA-1F3D-726C-DD4329FB7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DA29EC-E467-3867-3748-00F2BC32E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399CA6-7BFD-D82B-961A-50BB12066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84B9D-02F8-4386-8A4D-0117422AB337}" type="datetimeFigureOut">
              <a:rPr lang="es-MX" smtClean="0"/>
              <a:t>26/05/2026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65C0D1-8283-570E-FC43-051230C15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8C6365-036D-0E59-47AD-47618B525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0280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EEB11CE-3FE7-6B09-9CB3-8F69C129E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82" y="209100"/>
            <a:ext cx="6697010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02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A1D4-8673-5BE8-D3BA-8B0E1E15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3607EEE-8796-9186-C786-9D453374C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470" y="1276050"/>
            <a:ext cx="6744641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26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968DF-C8CD-F5BE-5992-85F17A808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688957E-11FA-BE12-C72F-91DB97AF2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866" y="1392573"/>
            <a:ext cx="8873475" cy="306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31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9C16-6261-3C3A-441C-4B2B6768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0712E06-B5AA-B7AC-229D-B8A0B8C3E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681" y="2181051"/>
            <a:ext cx="4210638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7128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Caballero Arturo</dc:creator>
  <cp:lastModifiedBy>Caballero Arturo</cp:lastModifiedBy>
  <cp:revision>3</cp:revision>
  <dcterms:created xsi:type="dcterms:W3CDTF">2026-05-26T22:50:44Z</dcterms:created>
  <dcterms:modified xsi:type="dcterms:W3CDTF">2026-05-27T01:12:11Z</dcterms:modified>
</cp:coreProperties>
</file>