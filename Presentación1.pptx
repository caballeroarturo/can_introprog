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2" r:id="rId5"/>
    <p:sldId id="261" r:id="rId6"/>
    <p:sldId id="258" r:id="rId7"/>
    <p:sldId id="260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205"/>
    <a:srgbClr val="1A2A44"/>
    <a:srgbClr val="CC0099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14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FE72C-800B-48D3-94B4-0B4839B96B8A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1AA07-3591-470D-969B-F8EF2E58E4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48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1AA07-3591-470D-969B-F8EF2E58E468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7373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1AEA2ED-0DB1-2FD2-C93B-45EACC234F6C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2C962E-1593-015B-1513-AE2B79627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C9739-FDFD-42C0-AE27-AA6D199E1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AEBB4A-8CC5-5992-056F-86A38C8A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FAFC12-E846-893A-47CE-8929F08B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8C32C1-C959-B750-3435-0EF24BDC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326C45-FBF3-66DA-BCC8-0578027153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7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39F57-0879-E21C-83B4-00B0CF3C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E64A1-29C7-F979-53F9-D8A74F0C2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B16993-A214-DDBA-DEBB-F8771FAE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202921-19D9-3A38-D0C3-18AE051D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3923BB-F3BC-404C-081E-F8276B90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052288-3B94-C387-2FC8-62529D51CFAB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CED265C-9EA6-1A3A-113C-11B6D8312D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3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50A74-A780-D26B-0323-B4FD35998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766DAA-87CC-BB1C-AF32-58A664A07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DECD3C-B188-D4D1-B930-FDB64704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B70CBC-AA14-132F-4784-F160F2CC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A22DE5-C92D-BFD4-F6C5-482FF9AEA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7A700F-1D5C-9FF4-32FD-DD353A722528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000914D-E1B1-5E45-ADB6-7BF78973B4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4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96C34-D671-52A8-77A3-855F9E4B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3CF6AD-B49D-CBD4-0F9B-55E468819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0D3D29-EB6C-0D2E-77E7-730B744A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CA32E-29CE-1C17-6D99-5DA44D87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E954A5-B0D6-878B-2847-1B090886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612784-69E7-325A-6FE6-D1E6DF35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DD3A60-A220-B065-C2E4-70DCE32D2C75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F5CC794-D3B7-D100-7147-306BF5AB88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08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C6EDF-380D-825D-956A-BE42FF65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C1BAAB-B1B9-8412-6838-C1BC257A9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729ABF-C510-3F77-FA76-823B978AF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D0DA1E-7613-0E6D-A054-46A0FD177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FFCED5-2C2E-C074-3A4A-A292EB1A2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8A2B22-5D69-D926-9650-9194FA0A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6CC1EE-2C5D-90B8-03BC-1422C11F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D3F512-42EB-DAB1-0217-47A77FDC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C201DC-0429-C3F5-33B0-CFEB97252180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0F660BE-DCC2-F6A0-3419-DA91E5528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9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AA834-363F-5700-629A-D95904F4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28280D-F865-20B5-F5B1-086F90FB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99A8CA-7ADB-E928-38C1-A8EC8366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6EF1D5-03A9-3EAF-3AB7-00FB3872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9686E2-E51B-54D4-D0A2-5E0785B98D20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9C39BAD-556F-63F3-0EB2-5556A23F86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2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BBF664-54BC-B989-5A39-F29F3F2A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FC3403-DD6C-257C-91BF-16317E0F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AB28DC-4FEB-B815-CFD2-49B175AD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C5C1B2-A59C-977C-6D9E-C464753568C0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3C7A85A-44B3-E372-09B2-E2ED36984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C5153-0C64-175E-4D6D-87D04F82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650362-74E9-B5E1-4A11-F9415DEA6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2599B9-713E-1866-9706-734788FE3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5A3614-BB71-365E-1897-9E2DB8B1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215B63-68F2-7194-BA98-B2504267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E31ECD-9A3E-EF7B-6BFE-C4E46DEA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2930ADF-9195-EE7E-D93A-B808DCA78773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9418887-7D7F-9102-9151-F0E09F2C3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41EF9-7C89-98B0-9AF5-CECE0325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2C9E221-E771-FCE3-FC37-99B8BB113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9D90D6-6145-152C-5FEF-F909ECB1D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423637-B360-20D5-2526-07A60035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BC1E53-50BD-2AD8-EF38-20290847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4C4699-BDD3-AE8C-CB3C-0899B15C4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DFB01E7-1D14-FFEC-0B84-5BB0159FFC14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6262EBD-B92B-DC33-FFD5-0E8547BDA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2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1DDEA-4812-587D-91E8-8C2B20F6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CC59DF-DDBC-B1B4-CCE8-FD9429AE2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FC5B35-477A-C737-3793-E45918CA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7EF4D9-9EC7-D5F6-4CBF-1E93E3B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FBF6FB-597B-BDAE-0FD7-9719BE2E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771A054-38D7-1C1E-921F-01AC532C89D0}"/>
              </a:ext>
            </a:extLst>
          </p:cNvPr>
          <p:cNvSpPr/>
          <p:nvPr userDrawn="1"/>
        </p:nvSpPr>
        <p:spPr>
          <a:xfrm>
            <a:off x="0" y="0"/>
            <a:ext cx="110909" cy="6857999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0538B41-F20B-0755-0B9C-84B12A985A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 rot="5400000">
            <a:off x="10901041" y="109477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0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F0B1EF-5056-3B2D-2C6C-DF557DB6B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5E8D41-A937-8818-F7DB-5F379478E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C4101F-EB9A-BDF9-AD8E-2524E149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763BEF-B3D5-06D1-FA31-2A33773C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010F26-746C-10A8-702D-7CF96A85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819F9AC-B2D7-06D0-BE95-6F5C17F4C0EB}"/>
              </a:ext>
            </a:extLst>
          </p:cNvPr>
          <p:cNvSpPr/>
          <p:nvPr userDrawn="1"/>
        </p:nvSpPr>
        <p:spPr>
          <a:xfrm>
            <a:off x="0" y="0"/>
            <a:ext cx="110909" cy="6857999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0DA703E-CBAA-3AD5-9757-7DC24ADAE9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 rot="5400000">
            <a:off x="10901041" y="109477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0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1C9F0C-A816-BB03-F918-E28536B8B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02" y="130486"/>
            <a:ext cx="9760998" cy="1143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42EB57-79BA-18E2-0187-142C4E19F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60CB2-F5FB-45C8-8FBC-F2D84EF953C4}" type="datetimeFigureOut">
              <a:rPr lang="es-MX" smtClean="0"/>
              <a:t>20/08/2026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37F51-030F-5A73-B3CE-D8BA9F211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D2528-5124-7CE8-030F-E5617711C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D7978E-6562-6E34-7F8C-189DACD2AAA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3A0D810D-00C0-1EE3-233D-24B3A03DB285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388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CC0099"/>
          </a:solidFill>
          <a:latin typeface="Comforta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B8692D4-FFA0-3355-A9F0-6CA9C4DB383E}"/>
              </a:ext>
            </a:extLst>
          </p:cNvPr>
          <p:cNvSpPr/>
          <p:nvPr/>
        </p:nvSpPr>
        <p:spPr>
          <a:xfrm>
            <a:off x="-1" y="7975"/>
            <a:ext cx="12192001" cy="685800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0D75B2-BF49-16C6-7881-67BC9CDE9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28" y="593005"/>
            <a:ext cx="4304498" cy="4311224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56D1B1-A1C4-B3A7-9369-C392BB97D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0275" y="1824692"/>
            <a:ext cx="5385126" cy="2194858"/>
          </a:xfrm>
        </p:spPr>
        <p:txBody>
          <a:bodyPr/>
          <a:lstStyle/>
          <a:p>
            <a:r>
              <a:rPr lang="es-MX" sz="4400" dirty="0">
                <a:solidFill>
                  <a:schemeClr val="bg1"/>
                </a:solidFill>
              </a:rPr>
              <a:t>Introducción a la programación</a:t>
            </a:r>
          </a:p>
        </p:txBody>
      </p:sp>
    </p:spTree>
    <p:extLst>
      <p:ext uri="{BB962C8B-B14F-4D97-AF65-F5344CB8AC3E}">
        <p14:creationId xmlns:p14="http://schemas.microsoft.com/office/powerpoint/2010/main" val="110547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7A5CBF3-1559-A0B4-F9AC-14F7BC0E1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noProof="0" dirty="0"/>
              <a:t>Equipos de futbol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69E116-9270-44ED-ABF7-7DE7D883ADC5}"/>
              </a:ext>
            </a:extLst>
          </p:cNvPr>
          <p:cNvSpPr txBox="1"/>
          <p:nvPr/>
        </p:nvSpPr>
        <p:spPr>
          <a:xfrm>
            <a:off x="834507" y="1707375"/>
            <a:ext cx="3998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atributos tienen los equipos?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3A6A42-D35A-7587-CB71-BEFB079C1750}"/>
              </a:ext>
            </a:extLst>
          </p:cNvPr>
          <p:cNvSpPr txBox="1"/>
          <p:nvPr/>
        </p:nvSpPr>
        <p:spPr>
          <a:xfrm>
            <a:off x="7443690" y="1670669"/>
            <a:ext cx="3224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hacen los equipos?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7CA45C-A278-1A12-25C8-4431C28B2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84" y="1631539"/>
            <a:ext cx="10107631" cy="469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3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16DC-F23B-BE8E-5B0D-C50E5EC5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F3E6624-174C-687D-9DB6-5C26CE3C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noProof="0" dirty="0"/>
              <a:t>Equipos de futbol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F92084-74A5-9334-14A0-5F7ACDC7C0F3}"/>
              </a:ext>
            </a:extLst>
          </p:cNvPr>
          <p:cNvSpPr txBox="1"/>
          <p:nvPr/>
        </p:nvSpPr>
        <p:spPr>
          <a:xfrm>
            <a:off x="2364726" y="1408796"/>
            <a:ext cx="77216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600" dirty="0">
                <a:solidFill>
                  <a:schemeClr val="bg1">
                    <a:lumMod val="95000"/>
                  </a:schemeClr>
                </a:solidFill>
              </a:rPr>
              <a:t>¿Qué equipos de futbol conoces?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F507DD-E3B1-4329-EBFF-5D9BD672E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280" y="1560893"/>
            <a:ext cx="10167544" cy="485638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17AB662-71AB-8632-62A3-B870B29F9358}"/>
              </a:ext>
            </a:extLst>
          </p:cNvPr>
          <p:cNvSpPr txBox="1"/>
          <p:nvPr/>
        </p:nvSpPr>
        <p:spPr>
          <a:xfrm>
            <a:off x="3086967" y="5189839"/>
            <a:ext cx="9105033" cy="116955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/>
              <a:t>Equipo de futbol que se llama </a:t>
            </a:r>
            <a:r>
              <a:rPr lang="es-MX" sz="1400" b="1" dirty="0"/>
              <a:t>Tigres</a:t>
            </a:r>
            <a:r>
              <a:rPr lang="es-MX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es-MX" sz="1400" dirty="0"/>
              <a:t>Atributos: Porra: los universitarios de la UANL, jugadores, balones, director técnico, entrenador, estadio tigres, representa a la UANL</a:t>
            </a:r>
          </a:p>
          <a:p>
            <a:pPr marL="285750" indent="-285750">
              <a:buFontTx/>
              <a:buChar char="-"/>
            </a:pPr>
            <a:r>
              <a:rPr lang="es-MX" sz="1400" dirty="0"/>
              <a:t>Acciones: juega, mete goles, comete faltas…</a:t>
            </a:r>
          </a:p>
          <a:p>
            <a:pPr marL="285750" indent="-285750">
              <a:buFontTx/>
              <a:buChar char="-"/>
            </a:pPr>
            <a:endParaRPr lang="es-MX" sz="1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FCD104-0078-D399-BF30-5C98D2B44B44}"/>
              </a:ext>
            </a:extLst>
          </p:cNvPr>
          <p:cNvSpPr txBox="1"/>
          <p:nvPr/>
        </p:nvSpPr>
        <p:spPr>
          <a:xfrm>
            <a:off x="290221" y="2829699"/>
            <a:ext cx="2576547" cy="2031325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Equipo de futbol que se llama </a:t>
            </a:r>
            <a:r>
              <a:rPr lang="es-MX" sz="1400" b="1" dirty="0">
                <a:solidFill>
                  <a:schemeClr val="accent5">
                    <a:lumMod val="75000"/>
                  </a:schemeClr>
                </a:solidFill>
              </a:rPr>
              <a:t>Cruz Azul</a:t>
            </a: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Atributos: Porra:, jugadores, balones, director técnico, entrenador, estadio azul</a:t>
            </a:r>
          </a:p>
          <a:p>
            <a:pPr marL="285750" indent="-285750">
              <a:buFontTx/>
              <a:buChar char="-"/>
            </a:pPr>
            <a:endParaRPr lang="es-MX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Acciones: juega, mete goles, comete faltas…</a:t>
            </a:r>
          </a:p>
          <a:p>
            <a:pPr marL="285750" indent="-285750">
              <a:buFontTx/>
              <a:buChar char="-"/>
            </a:pPr>
            <a:endParaRPr lang="es-MX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584C1C-D652-BA45-993F-494A51ABCAAF}"/>
              </a:ext>
            </a:extLst>
          </p:cNvPr>
          <p:cNvSpPr txBox="1"/>
          <p:nvPr/>
        </p:nvSpPr>
        <p:spPr>
          <a:xfrm>
            <a:off x="9231446" y="253738"/>
            <a:ext cx="2576547" cy="2462213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002060"/>
                </a:solidFill>
              </a:rPr>
              <a:t>Equipo de futbol que se llama </a:t>
            </a:r>
            <a:r>
              <a:rPr lang="es-MX" sz="1400" b="1" dirty="0">
                <a:solidFill>
                  <a:srgbClr val="002060"/>
                </a:solidFill>
              </a:rPr>
              <a:t>Chivas</a:t>
            </a:r>
            <a:r>
              <a:rPr lang="es-MX" sz="1400" dirty="0">
                <a:solidFill>
                  <a:srgbClr val="002060"/>
                </a:solidFill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rgbClr val="002060"/>
                </a:solidFill>
              </a:rPr>
              <a:t>Atributos: Porra:, jugadores, balones, director técnico, entrenador, estadio azul, son Guadalajara, tiene el estadio de los rayados</a:t>
            </a:r>
          </a:p>
          <a:p>
            <a:pPr marL="285750" indent="-285750">
              <a:buFontTx/>
              <a:buChar char="-"/>
            </a:pPr>
            <a:endParaRPr lang="es-MX" sz="1400" dirty="0">
              <a:solidFill>
                <a:srgbClr val="002060"/>
              </a:solidFill>
            </a:endParaRP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rgbClr val="002060"/>
                </a:solidFill>
              </a:rPr>
              <a:t>Acciones: juega, mete goles, comete faltas…</a:t>
            </a:r>
          </a:p>
          <a:p>
            <a:pPr marL="285750" indent="-285750">
              <a:buFontTx/>
              <a:buChar char="-"/>
            </a:pPr>
            <a:endParaRPr lang="es-MX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10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C701565-FCAC-16FB-4110-5B15BF2EE48E}"/>
              </a:ext>
            </a:extLst>
          </p:cNvPr>
          <p:cNvSpPr txBox="1"/>
          <p:nvPr/>
        </p:nvSpPr>
        <p:spPr>
          <a:xfrm>
            <a:off x="652686" y="2201506"/>
            <a:ext cx="2576547" cy="52322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(CLASE) Equipos de futbol</a:t>
            </a:r>
          </a:p>
          <a:p>
            <a:pPr marL="285750" indent="-285750">
              <a:buFontTx/>
              <a:buChar char="-"/>
            </a:pPr>
            <a:endParaRPr lang="es-MX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2CF0EC-FF5E-D537-A9F6-56EBD276B6A5}"/>
              </a:ext>
            </a:extLst>
          </p:cNvPr>
          <p:cNvSpPr txBox="1"/>
          <p:nvPr/>
        </p:nvSpPr>
        <p:spPr>
          <a:xfrm>
            <a:off x="2481489" y="3140787"/>
            <a:ext cx="4347679" cy="2462213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(OBJETOS)</a:t>
            </a:r>
          </a:p>
          <a:p>
            <a:endParaRPr lang="es-MX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Cruz azul = </a:t>
            </a:r>
            <a:r>
              <a:rPr lang="es-MX" sz="1400" dirty="0" err="1">
                <a:solidFill>
                  <a:schemeClr val="accent5">
                    <a:lumMod val="75000"/>
                  </a:schemeClr>
                </a:solidFill>
              </a:rPr>
              <a:t>Equipo_De_futbol</a:t>
            </a: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(Cruz Azul)</a:t>
            </a:r>
          </a:p>
          <a:p>
            <a:pPr marL="742950" lvl="1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Uniforme…..</a:t>
            </a:r>
          </a:p>
          <a:p>
            <a:pPr lvl="1"/>
            <a:endParaRPr lang="es-MX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América = Equipo de futbol(</a:t>
            </a:r>
            <a:r>
              <a:rPr lang="es-MX" sz="1400" dirty="0" err="1">
                <a:solidFill>
                  <a:schemeClr val="accent5">
                    <a:lumMod val="75000"/>
                  </a:schemeClr>
                </a:solidFill>
              </a:rPr>
              <a:t>America</a:t>
            </a: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Uniforme, jugadores…. </a:t>
            </a:r>
          </a:p>
          <a:p>
            <a:pPr marL="742950" lvl="1" indent="-285750">
              <a:buFontTx/>
              <a:buChar char="-"/>
            </a:pPr>
            <a:endParaRPr lang="es-MX" sz="14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Pumas = Equipo de </a:t>
            </a:r>
            <a:r>
              <a:rPr lang="es-MX" sz="1400" dirty="0" err="1">
                <a:solidFill>
                  <a:schemeClr val="accent5">
                    <a:lumMod val="75000"/>
                  </a:schemeClr>
                </a:solidFill>
              </a:rPr>
              <a:t>fitbol</a:t>
            </a: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 (pumas)</a:t>
            </a:r>
          </a:p>
          <a:p>
            <a:pPr marL="285750" indent="-285750">
              <a:buFontTx/>
              <a:buChar char="-"/>
            </a:pPr>
            <a:r>
              <a:rPr lang="es-MX" sz="1400" dirty="0">
                <a:solidFill>
                  <a:schemeClr val="accent5">
                    <a:lumMod val="75000"/>
                  </a:schemeClr>
                </a:solidFill>
              </a:rPr>
              <a:t>Tigres</a:t>
            </a:r>
          </a:p>
          <a:p>
            <a:pPr marL="285750" indent="-285750">
              <a:buFontTx/>
              <a:buChar char="-"/>
            </a:pPr>
            <a:r>
              <a:rPr lang="es-MX" sz="1400" dirty="0" err="1">
                <a:solidFill>
                  <a:schemeClr val="accent5">
                    <a:lumMod val="75000"/>
                  </a:schemeClr>
                </a:solidFill>
              </a:rPr>
              <a:t>Nopaleros</a:t>
            </a:r>
            <a:endParaRPr lang="es-MX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631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EAE86-B0BE-C510-A3AC-D3A53D5E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D9E73BF-F96C-F1E4-CA5F-72C9F4BF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07" y="1867207"/>
            <a:ext cx="3109826" cy="1143120"/>
          </a:xfrm>
        </p:spPr>
        <p:txBody>
          <a:bodyPr/>
          <a:lstStyle/>
          <a:p>
            <a:r>
              <a:rPr lang="es-MX" sz="2000" noProof="0" dirty="0">
                <a:solidFill>
                  <a:srgbClr val="0070C0"/>
                </a:solidFill>
              </a:rPr>
              <a:t>Vehículos automotores</a:t>
            </a:r>
            <a:br>
              <a:rPr lang="es-MX" sz="2000" noProof="0" dirty="0">
                <a:solidFill>
                  <a:srgbClr val="0070C0"/>
                </a:solidFill>
              </a:rPr>
            </a:br>
            <a:r>
              <a:rPr lang="es-MX" sz="2000" noProof="0" dirty="0">
                <a:solidFill>
                  <a:srgbClr val="0070C0"/>
                </a:solidFill>
              </a:rPr>
              <a:t>(vehículos ligeros)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9E2CE9-92AA-09E2-26A5-FAE5BF559865}"/>
              </a:ext>
            </a:extLst>
          </p:cNvPr>
          <p:cNvSpPr txBox="1"/>
          <p:nvPr/>
        </p:nvSpPr>
        <p:spPr>
          <a:xfrm>
            <a:off x="5527065" y="1959171"/>
            <a:ext cx="5175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Sedan, hatchback, Coupé, SUV, Crossover, Minivan, Convertible, Deportivo, Todoterreno 4x4, trocas.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4906E1-D2E0-49CA-77D5-729B8ACC4262}"/>
              </a:ext>
            </a:extLst>
          </p:cNvPr>
          <p:cNvSpPr txBox="1">
            <a:spLocks/>
          </p:cNvSpPr>
          <p:nvPr/>
        </p:nvSpPr>
        <p:spPr>
          <a:xfrm>
            <a:off x="532323" y="4276883"/>
            <a:ext cx="3831193" cy="1143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000">
                <a:solidFill>
                  <a:srgbClr val="0070C0"/>
                </a:solidFill>
                <a:latin typeface="Comfortaa" pitchFamily="2" charset="0"/>
                <a:ea typeface="+mj-ea"/>
                <a:cs typeface="+mj-cs"/>
              </a:defRPr>
            </a:lvl1pPr>
          </a:lstStyle>
          <a:p>
            <a:r>
              <a:rPr lang="es-MX" dirty="0"/>
              <a:t>Vehículos automotores</a:t>
            </a:r>
            <a:br>
              <a:rPr lang="es-MX" dirty="0"/>
            </a:br>
            <a:r>
              <a:rPr lang="es-MX" dirty="0"/>
              <a:t>(vehículos pesados)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C42221-DC77-9B54-E7D5-A91090D64CC9}"/>
              </a:ext>
            </a:extLst>
          </p:cNvPr>
          <p:cNvSpPr txBox="1">
            <a:spLocks/>
          </p:cNvSpPr>
          <p:nvPr/>
        </p:nvSpPr>
        <p:spPr>
          <a:xfrm>
            <a:off x="3664198" y="158162"/>
            <a:ext cx="5074698" cy="1143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CC0099"/>
                </a:solidFill>
                <a:latin typeface="Comfortaa" pitchFamily="2" charset="0"/>
                <a:ea typeface="+mj-ea"/>
                <a:cs typeface="+mj-cs"/>
              </a:defRPr>
            </a:lvl1pPr>
          </a:lstStyle>
          <a:p>
            <a:r>
              <a:rPr lang="es-MX" dirty="0"/>
              <a:t>Vehículos automotores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17E52-FFBE-1FE1-88DB-A8C9C9428CF5}"/>
              </a:ext>
            </a:extLst>
          </p:cNvPr>
          <p:cNvSpPr txBox="1"/>
          <p:nvPr/>
        </p:nvSpPr>
        <p:spPr>
          <a:xfrm>
            <a:off x="5527065" y="4276883"/>
            <a:ext cx="51759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 carga: </a:t>
            </a:r>
            <a:r>
              <a:rPr lang="es-MX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traileres</a:t>
            </a:r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los camiones de volteo, las pick-up</a:t>
            </a:r>
          </a:p>
          <a:p>
            <a:pPr algn="ctr"/>
            <a:endParaRPr lang="es-MX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Transporte de personas: autobuses, microbuses, las combis, </a:t>
            </a:r>
          </a:p>
        </p:txBody>
      </p:sp>
    </p:spTree>
    <p:extLst>
      <p:ext uri="{BB962C8B-B14F-4D97-AF65-F5344CB8AC3E}">
        <p14:creationId xmlns:p14="http://schemas.microsoft.com/office/powerpoint/2010/main" val="281226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594F-7F2D-E2A8-9ED3-1FEF64A1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56A4DA7-C09E-6046-E50C-E5DC4BD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dirty="0"/>
              <a:t>Vehículos ligeros</a:t>
            </a:r>
            <a:endParaRPr lang="es-MX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F3E381-ED51-55F6-6AC4-2D0E3C3A034F}"/>
              </a:ext>
            </a:extLst>
          </p:cNvPr>
          <p:cNvSpPr txBox="1"/>
          <p:nvPr/>
        </p:nvSpPr>
        <p:spPr>
          <a:xfrm>
            <a:off x="834507" y="1707375"/>
            <a:ext cx="3998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¿Cómo describirías un auto?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08ECD08-8121-CC51-C5FF-534B28D8A8D7}"/>
              </a:ext>
            </a:extLst>
          </p:cNvPr>
          <p:cNvSpPr txBox="1"/>
          <p:nvPr/>
        </p:nvSpPr>
        <p:spPr>
          <a:xfrm>
            <a:off x="7443690" y="1670669"/>
            <a:ext cx="3224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hacen los autos?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F79C57-CC7F-2E74-8F00-E767D9C273F4}"/>
              </a:ext>
            </a:extLst>
          </p:cNvPr>
          <p:cNvSpPr txBox="1"/>
          <p:nvPr/>
        </p:nvSpPr>
        <p:spPr>
          <a:xfrm>
            <a:off x="8048367" y="514278"/>
            <a:ext cx="35937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Sedan, hatchback, Coupé, SUV, Crossover, Minivan, Convertible, Deportivo, Todoterreno 4x4, trocas.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285F35-158B-D391-7D83-42947CDED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35" y="1301281"/>
            <a:ext cx="10776822" cy="510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9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2483-A7D0-7FFD-ABAD-2B41802E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7C1961D-2709-84C1-D919-2D7F3BA1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noProof="0" dirty="0"/>
              <a:t>Autos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1196EE-8889-6B20-9BAF-FCD06BDF4BB5}"/>
              </a:ext>
            </a:extLst>
          </p:cNvPr>
          <p:cNvSpPr txBox="1"/>
          <p:nvPr/>
        </p:nvSpPr>
        <p:spPr>
          <a:xfrm>
            <a:off x="2340714" y="1763360"/>
            <a:ext cx="77216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600" dirty="0">
                <a:solidFill>
                  <a:schemeClr val="bg1">
                    <a:lumMod val="95000"/>
                  </a:schemeClr>
                </a:solidFill>
              </a:rPr>
              <a:t>¿Qué autos conoces?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80449A-4CCB-145C-9A43-FCD1E6E0C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95" y="1374165"/>
            <a:ext cx="10832756" cy="52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62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37B8CE4-81A2-D196-83FA-2473DB311B1D}"/>
              </a:ext>
            </a:extLst>
          </p:cNvPr>
          <p:cNvSpPr txBox="1"/>
          <p:nvPr/>
        </p:nvSpPr>
        <p:spPr>
          <a:xfrm>
            <a:off x="1238555" y="1684386"/>
            <a:ext cx="1078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Vehículos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C40245C-64E6-E817-0586-C8FC2B6D5E3C}"/>
              </a:ext>
            </a:extLst>
          </p:cNvPr>
          <p:cNvSpPr/>
          <p:nvPr/>
        </p:nvSpPr>
        <p:spPr>
          <a:xfrm>
            <a:off x="340771" y="2230395"/>
            <a:ext cx="2914000" cy="31077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84BC575-254B-0864-6DAE-2E12274CEE68}"/>
              </a:ext>
            </a:extLst>
          </p:cNvPr>
          <p:cNvSpPr/>
          <p:nvPr/>
        </p:nvSpPr>
        <p:spPr>
          <a:xfrm>
            <a:off x="889136" y="2230395"/>
            <a:ext cx="1817270" cy="14086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ligeros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01EEE89-3A6B-37C1-D5BB-5A247251925F}"/>
              </a:ext>
            </a:extLst>
          </p:cNvPr>
          <p:cNvSpPr/>
          <p:nvPr/>
        </p:nvSpPr>
        <p:spPr>
          <a:xfrm>
            <a:off x="500170" y="3639067"/>
            <a:ext cx="1817270" cy="140867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pesados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51DCB37-A72A-1069-539A-F772944BC7AD}"/>
              </a:ext>
            </a:extLst>
          </p:cNvPr>
          <p:cNvSpPr txBox="1"/>
          <p:nvPr/>
        </p:nvSpPr>
        <p:spPr>
          <a:xfrm>
            <a:off x="4078171" y="1192973"/>
            <a:ext cx="3023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Vehículos:</a:t>
            </a:r>
          </a:p>
          <a:p>
            <a:r>
              <a:rPr lang="es-MX" dirty="0"/>
              <a:t> - Ruedas, marca, modelo, año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FA65C9-E312-2366-0BCB-088B0A5169CC}"/>
              </a:ext>
            </a:extLst>
          </p:cNvPr>
          <p:cNvSpPr txBox="1"/>
          <p:nvPr/>
        </p:nvSpPr>
        <p:spPr>
          <a:xfrm>
            <a:off x="5033003" y="2392020"/>
            <a:ext cx="57718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Vehículos ligeros:  en particular son vehículos</a:t>
            </a:r>
          </a:p>
          <a:p>
            <a:r>
              <a:rPr lang="es-MX" dirty="0"/>
              <a:t>	- Creta: </a:t>
            </a:r>
          </a:p>
          <a:p>
            <a:r>
              <a:rPr lang="es-MX" dirty="0"/>
              <a:t>	- Audi:</a:t>
            </a:r>
          </a:p>
          <a:p>
            <a:r>
              <a:rPr lang="es-MX" dirty="0"/>
              <a:t>	- </a:t>
            </a:r>
            <a:r>
              <a:rPr lang="es-MX" dirty="0" err="1"/>
              <a:t>Mini-cooper</a:t>
            </a:r>
            <a:r>
              <a:rPr lang="es-MX" dirty="0"/>
              <a:t>: vehículo (vehículo ligero (</a:t>
            </a:r>
            <a:r>
              <a:rPr lang="es-MX" dirty="0" err="1"/>
              <a:t>vocho</a:t>
            </a:r>
            <a:r>
              <a:rPr lang="es-MX" dirty="0"/>
              <a:t>))</a:t>
            </a:r>
          </a:p>
          <a:p>
            <a:endParaRPr lang="es-MX" dirty="0"/>
          </a:p>
          <a:p>
            <a:r>
              <a:rPr lang="es-MX" dirty="0"/>
              <a:t>	- </a:t>
            </a:r>
            <a:r>
              <a:rPr lang="es-MX" dirty="0" err="1"/>
              <a:t>Vochos</a:t>
            </a:r>
            <a:r>
              <a:rPr lang="es-MX" dirty="0"/>
              <a:t>:  vehículo(</a:t>
            </a:r>
            <a:r>
              <a:rPr lang="es-MX" dirty="0" err="1"/>
              <a:t>vehiculoligero</a:t>
            </a:r>
            <a:r>
              <a:rPr lang="es-MX" dirty="0"/>
              <a:t>(</a:t>
            </a:r>
            <a:r>
              <a:rPr lang="es-MX" dirty="0" err="1"/>
              <a:t>vocho</a:t>
            </a:r>
            <a:r>
              <a:rPr lang="es-MX" dirty="0"/>
              <a:t>))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Vehículos pesados: 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52001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351</Words>
  <Application>Microsoft Office PowerPoint</Application>
  <PresentationFormat>Panorámica</PresentationFormat>
  <Paragraphs>60</Paragraphs>
  <Slides>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Comfortaa</vt:lpstr>
      <vt:lpstr>Tema de Office</vt:lpstr>
      <vt:lpstr>Introducción a la programación</vt:lpstr>
      <vt:lpstr>Equipos de futbol</vt:lpstr>
      <vt:lpstr>Equipos de futbol</vt:lpstr>
      <vt:lpstr>Presentación de PowerPoint</vt:lpstr>
      <vt:lpstr>Vehículos automotores (vehículos ligeros) </vt:lpstr>
      <vt:lpstr>Vehículos ligeros</vt:lpstr>
      <vt:lpstr>Autos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Caballero Arturo</dc:creator>
  <cp:lastModifiedBy>Caballero Arturo</cp:lastModifiedBy>
  <cp:revision>5</cp:revision>
  <dcterms:created xsi:type="dcterms:W3CDTF">2026-07-01T02:50:40Z</dcterms:created>
  <dcterms:modified xsi:type="dcterms:W3CDTF">2026-08-21T01:43:02Z</dcterms:modified>
</cp:coreProperties>
</file>