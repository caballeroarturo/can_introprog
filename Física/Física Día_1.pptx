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256" r:id="rId3"/>
    <p:sldId id="257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6652" autoAdjust="0"/>
  </p:normalViewPr>
  <p:slideViewPr>
    <p:cSldViewPr snapToGrid="0">
      <p:cViewPr varScale="1">
        <p:scale>
          <a:sx n="120" d="100"/>
          <a:sy n="120" d="100"/>
        </p:scale>
        <p:origin x="8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67BB0-D3D4-497A-9EC9-0E655DFDADC6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EBB18-24BD-4D68-BA73-20C8CF0FDD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207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F9E22-E54D-8A9F-C8CB-D3B3D05F7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715D7-AB08-6300-0434-4CC96ABCC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159EC-48CC-4C63-0EF5-0A4DE8F9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C4B4A5-90E5-C870-C8F1-D5E429D5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8EFDA-D55C-1DAB-916D-B98ED26D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44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E2394-BF07-CC05-2014-E9247A36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3E642A-D200-5CC1-1AD7-13CF7B158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FD05F-A4AA-8528-9E01-8540D9AF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168ECE-4857-BC18-64CE-CA0D3370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CA003A-CA1A-C0EC-11D7-4CF36B45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4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2F82B-B6C3-8212-51FE-6B041B2C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8217C9-9249-FB3E-F4D6-BD4C9D5B8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DB32DE-6DC5-683C-7A64-F07B3B2B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3C0C9-0437-1A8F-73A8-D13CA66F0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23FAF5-8DC4-5B1A-B3C3-B033783D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911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23078-7A92-38F7-5C2B-B4D8A2BC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BEFB90-F597-C2A0-2B93-96EBA3913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BCDDC4-A1CC-8F0C-B10F-F530A6A31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7779DE-B06F-B3E5-C33D-94E4ACE6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E47A11-AA60-CE9D-9706-2F429A75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DDC20F-A136-6B38-9F0B-57C7D1E1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517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B9C11-DC62-3316-FC42-D6FCDADD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8A4B1A-EA3D-7C41-E37C-9125E086B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C07415-8A08-8AA2-2602-917DDCC57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4D9866-5F1D-23E3-7E25-8DFEBB9AF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FB58FC8-F2C9-07DE-F8BA-C1A236DBD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59102B-094D-102F-5417-84A38B39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57A2FD2-9788-3483-DA91-6DD3AC96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1E04CD-21C2-DDDB-52BA-F3F126D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4536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CE1ED-2F11-979A-3B51-2D71D9B5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0206E1-FA7A-8714-7D16-F1793212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43BB5B-E32F-26D7-C655-A1F9D160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0BCCB6-2904-C046-0A5C-54342778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624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4174A3-CB9D-59E9-32F0-ACE08AA7F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5AC4CC-0002-23BE-98E2-F0A09FC9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7B04F6-2A18-DE27-7426-5C6E8F98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770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CB0F5-E5E5-2E7B-ABBC-EEE84658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F26E75-BAB9-609B-AF52-CEBB5923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527239-1DC8-B8CB-10E4-3FB6C085B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C2DFF1-FB7A-2290-6175-EFB8C538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804F15-8373-6743-55DF-62A0F3B5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78326C-9DCC-DEB7-AD7F-A0FD19DD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177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5F814-9EC0-52A2-97EC-69FD0718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E64664-D487-3440-C871-46EA83BEB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105D13-4362-2161-FCDF-5E470F038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97B11A-4777-068A-0742-F372A9C8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F56489-83A9-DC5D-ADB3-22919785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683B5E-E81E-B961-094C-AB75F5C7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084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C6B79-9616-1633-20B8-0B099F3F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3BE66C-6D05-D315-2FF7-DCEDB526D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3427F-34D1-140F-E290-316E0C5B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490D3E-CC49-D17A-E0B7-5FF6A02A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71C25D-6F24-4F2E-F1B6-884432AD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385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25A83E-0EB5-0ECD-4A68-6C897277C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9178D5-98B7-4D12-C2E6-8EDBCD7D3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FE6FE-4D07-B1AC-6A8F-111A1C16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A7D353-8845-1A95-4E72-10A76E70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A92EB3-3086-8007-75F1-12E4A0B7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89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128EB1-C1B3-E875-5D2C-F809FA7E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7E1CD3-D15E-332C-D94C-12650BFEB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DE24AC-8021-0295-3D3B-C94F31383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74C47-E820-4E78-8C20-7BA8CFC61F0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587208-A7A2-1C97-1FCD-12511A894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FA42F-AFBD-B0F6-878E-54A5AC615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362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BE725C-BFEC-6A76-BDA2-81ABA511A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1" b="9216"/>
          <a:stretch>
            <a:fillRect/>
          </a:stretch>
        </p:blipFill>
        <p:spPr>
          <a:xfrm>
            <a:off x="538861" y="975126"/>
            <a:ext cx="5557139" cy="450043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EBD7641-3F40-B7B3-2CF0-9B40AFC7F05F}"/>
              </a:ext>
            </a:extLst>
          </p:cNvPr>
          <p:cNvSpPr/>
          <p:nvPr/>
        </p:nvSpPr>
        <p:spPr>
          <a:xfrm>
            <a:off x="8456262" y="2302015"/>
            <a:ext cx="170976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Física</a:t>
            </a:r>
          </a:p>
          <a:p>
            <a:pPr algn="ctr"/>
            <a:r>
              <a:rPr lang="es-E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Día 1</a:t>
            </a:r>
          </a:p>
        </p:txBody>
      </p:sp>
    </p:spTree>
    <p:extLst>
      <p:ext uri="{BB962C8B-B14F-4D97-AF65-F5344CB8AC3E}">
        <p14:creationId xmlns:p14="http://schemas.microsoft.com/office/powerpoint/2010/main" val="110453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A026EE-98BA-EF59-B575-FB3A58FA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6" t="8614"/>
          <a:stretch>
            <a:fillRect/>
          </a:stretch>
        </p:blipFill>
        <p:spPr>
          <a:xfrm>
            <a:off x="447232" y="627421"/>
            <a:ext cx="5171562" cy="572836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045118-807B-F883-DFCD-EBEEC0A83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339" y="1152207"/>
            <a:ext cx="5763429" cy="455358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57FC99C-5652-BC60-0D14-A1C85D362671}"/>
              </a:ext>
            </a:extLst>
          </p:cNvPr>
          <p:cNvSpPr txBox="1"/>
          <p:nvPr/>
        </p:nvSpPr>
        <p:spPr>
          <a:xfrm>
            <a:off x="5012370" y="179045"/>
            <a:ext cx="2167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>
                <a:solidFill>
                  <a:schemeClr val="accent1"/>
                </a:solidFill>
              </a:rPr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240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980C-05F9-1A53-5EA3-27524717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91C4E8-A7D9-58BF-5355-2EFDBFDA0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13" y="596038"/>
            <a:ext cx="6773220" cy="23720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5FCF375-C500-D415-0E06-3A525953B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729" y="3340263"/>
            <a:ext cx="428684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00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</Words>
  <Application>Microsoft Office PowerPoint</Application>
  <PresentationFormat>Panorámica</PresentationFormat>
  <Paragraphs>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Caballero Arturo</dc:creator>
  <cp:lastModifiedBy>Caballero Arturo</cp:lastModifiedBy>
  <cp:revision>6</cp:revision>
  <dcterms:created xsi:type="dcterms:W3CDTF">2026-05-26T22:25:03Z</dcterms:created>
  <dcterms:modified xsi:type="dcterms:W3CDTF">2026-06-10T04:17:52Z</dcterms:modified>
</cp:coreProperties>
</file>